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600" b="1">
                <a:solidFill>
                  <a:srgbClr val="000000"/>
                </a:solidFill>
                <a:latin typeface="Arial"/>
              </a:rPr>
              <a:t>표 1. </a:t>
            </a:r>
            <a:r>
              <a:rPr sz="1600" b="0">
                <a:solidFill>
                  <a:srgbClr val="000000"/>
                </a:solidFill>
                <a:latin typeface="Arial"/>
              </a:rPr>
              <a:t>실제 재료 스택으로 계산한 near-unity 설계의 EQE (550 nm, PLQY =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Arial"/>
              </a:rPr>
              <a:t>스택: Ag 100 nm / B3PyMPM d_ETL / TCTA:B3PyMPM 25 nm (발광 위치 중앙) / TAPC 180 nm / ITO 50 nm / 기판 n = 1.8 + 반구형 microlens array (n_MLA = 1.8, 행렬 급수). 광학상수는 실측값(B3PyMPM n_o/n_e = 1.821/1.609, TCTA:B3PyMPM 1.833/1.671, TAPC 1.691/1.664); ITO는 König 등의 n = 1.864에 k = 0.0032(문헌값) 또는 0.002.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3803904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1097280"/>
                <a:gridCol w="1417320"/>
                <a:gridCol w="1371600"/>
                <a:gridCol w="1371600"/>
                <a:gridCol w="1371600"/>
                <a:gridCol w="1600200"/>
                <a:gridCol w="160020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d_ETL (nm)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k_ITO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Θ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η_sub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SPP 손실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A′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η_ext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EQE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 w="1587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0.67 (등방성)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0.952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0.034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0.912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0.869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0.963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0.908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0.875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0.970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0.015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0.906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0.879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0.67 (등방성)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0.955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0.033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0.929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0.887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0.966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0.894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0.973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0.015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0.899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0.67 (등방성)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0.963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0.021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0.907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0.874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0.970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0.014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0.903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0.875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0.0032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0.974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0.029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0.900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0.877</a:t>
                      </a:r>
                    </a:p>
                  </a:txBody>
                  <a:tcPr marL="45720" marR="45720" marT="27432" marB="27432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A0A0A0"/>
                      </a:solidFill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0.67 (등방성)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0.966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0.927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0.895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0.973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0.014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0.898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0.0020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0.978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0.009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0.024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00000"/>
                          </a:solidFill>
                          <a:latin typeface="Arial"/>
                        </a:rPr>
                        <a:t>0.900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5875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2356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>
                <a:solidFill>
                  <a:srgbClr val="404040"/>
                </a:solidFill>
                <a:latin typeface="Arial"/>
              </a:rPr>
              <a:t>회색 행은 흡수가 더 작은 ITO(k = 0.002). SPP 손실은 evanescent 성분 전체(SPP 모드 포함). 식 (3)으로 계산하면 η_ext 0.932–0.945, EQE 0.888–0.924로 급수보다 1.4–2.5 %p 높다(식 (3)은 상한). 원자료: sim/audit/table1_series.csv.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
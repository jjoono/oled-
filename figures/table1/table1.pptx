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표 1. </a:t>
            </a:r>
            <a:r>
              <a:rPr sz="1600" b="0">
                <a:solidFill>
                  <a:srgbClr val="000000"/>
                </a:solidFill>
                <a:latin typeface="Arial"/>
              </a:rPr>
              <a:t>실제 재료 스택으로 계산한 near-unity 설계의 EQE (PLQY = 1; 각 칸은 다파장 400–700 nm / 550 nm)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Arial"/>
              </a:rPr>
              <a:t>스택: Ag 100 nm / B3PyMPM d_ETL / TCTA:B3PyMPM 25 nm (발광 위치 중앙) / TAPC 180 nm / ITO 50 nm / 기판 n = 1.8 + 반구형 microlens array (n_MLA = 1.8, 행렬 급수). 광학상수는 실측값(B3PyMPM n_o/n_e = 1.821/1.609, TCTA:B3PyMPM 1.833/1.671, TAPC 1.691/1.664); ITO는 König 등의 n = 1.864에 k = 0.0032(문헌값) 또는 0.002.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803904"/>
        </p:xfrm>
        <a:graphic>
          <a:graphicData uri="http://schemas.openxmlformats.org/drawingml/2006/table">
            <a:tbl>
              <a:tblPr firstRow="0" bandRow="0"/>
              <a:tblGrid>
                <a:gridCol w="1051560"/>
                <a:gridCol w="914400"/>
                <a:gridCol w="1234440"/>
                <a:gridCol w="1600200"/>
                <a:gridCol w="1463040"/>
                <a:gridCol w="914400"/>
                <a:gridCol w="1920240"/>
                <a:gridCol w="19659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d_ETL (nm)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k_ITO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Θ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η_sub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SPP 손실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A′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η_ext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EQE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 w="1587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0.67 (등방성)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0.962 / 0.963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0.023 / 0.023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0.904 / 0.912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0.870 / 0.878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0.970 / 0.971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0.015 / 0.015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0.900 / 0.908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0.873 / 0.882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0.975 / 0.976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0.010 / 0.010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0.897 / 0.906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0.875 / 0.884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0.67 (등방성)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0.965 / 0.966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0.023 / 0.023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0.921 / 0.929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0.889 / 0.897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0.973 / 0.973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0.015 / 0.015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0.918 / 0.926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0.893 / 0.902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0.978 / 0.979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0.010 / 0.010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0.916 / 0.924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0.896 / 0.905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0.67 (등방성)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0.979 / 0.981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0.004 / 0.003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0.901 / 0.907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0.883 / 0.890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0.980 / 0.981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 / 0.002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0.896 / 0.903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0.879 / 0.886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0.981 / 0.982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 / 0.001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0.893 / 0.900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0.876 / 0.883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0.67 (등방성)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0.983 / 0.984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0.004 / 0.003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0.921 / 0.927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0.905 / 0.912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0.984 / 0.984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0.003 / 0.002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0.918 / 0.924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0.903 / 0.909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0.984 / 0.985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0.002 / 0.001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0.915 / 0.921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0.901 / 0.907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04040"/>
                </a:solidFill>
                <a:latin typeface="Arial"/>
              </a:rPr>
              <a:t>회색 행은 흡수가 더 작은 ITO(k = 0.002). Θ = 0.67은 등방성. SPP 손실은 evanescent 성분 전체(SPP 모드 포함). 식 (3)으로 계산하면 η_ext 0.932–0.945, EQE 0.898–0.931로 급수보다 1.4–3.3 %p 높다(식 (3)은 상한). 원자료: sim/audit/table1_series.csv.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
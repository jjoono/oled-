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Arial"/>
              </a:rPr>
              <a:t>표 1. </a:t>
            </a:r>
            <a:r>
              <a:rPr sz="1600" b="0">
                <a:solidFill>
                  <a:srgbClr val="000000"/>
                </a:solidFill>
                <a:latin typeface="Arial"/>
              </a:rPr>
              <a:t>실제 재료 스택으로 계산한 near-unity 설계의 EQE (550 nm, PLQY =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Arial"/>
              </a:rPr>
              <a:t>스택: Ag 100 nm / B3PyMPM d_ETL / TCTA:B3PyMPM 25 nm (발광 위치 중앙) / TAPC 180 nm / ITO 50 nm / 기판 n = 1.8 + 반구형 microlens array (n_MLA = 1.8, 행렬 급수). 광학상수는 실측값(B3PyMPM n_o/n_e = 1.821/1.609, TCTA:B3PyMPM 1.833/1.671, TAPC 1.691/1.664); ITO는 König 등의 n = 1.864에 k = 0.0032(문헌값) 또는 0.002.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80390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1097280"/>
                <a:gridCol w="1417320"/>
                <a:gridCol w="1371600"/>
                <a:gridCol w="1371600"/>
                <a:gridCol w="1371600"/>
                <a:gridCol w="1600200"/>
                <a:gridCol w="16002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d_ETL (nm)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k_ITO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Θ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η_sub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SPP 손실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A′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η_ext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EQE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0.912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0.878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0.908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0.882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0.884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0.902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0.905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0.886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0.883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0.912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0.909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0.985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0.907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>
                <a:solidFill>
                  <a:srgbClr val="404040"/>
                </a:solidFill>
                <a:latin typeface="Arial"/>
              </a:rPr>
              <a:t>회색 행은 흡수가 더 작은 ITO(k = 0.002). Θ = 0.67은 등방성. SPP 손실은 evanescent 성분 전체(SPP 모드 포함). 식 (3)으로 계산하면 η_ext 0.932–0.945, EQE 0.898–0.931로 급수보다 1.4–3.3 %p 높다(식 (3)은 상한). 원자료: sim/audit/table1_series.csv.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